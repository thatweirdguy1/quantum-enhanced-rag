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A5F"/>
                </a:solidFill>
                <a:latin typeface="Calibri"/>
              </a:rPr>
              <a:t>SEMESTER-7 MAJOR PROJECT | GROUP 165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4577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A1A1A"/>
                </a:solidFill>
                <a:latin typeface="Calibri"/>
              </a:rPr>
              <a:t>Quantum-Enhanced Retrieval-Augmented Generation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794760"/>
            <a:ext cx="2926080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402336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6E6E6E"/>
                </a:solidFill>
                <a:latin typeface="Calibri"/>
              </a:rPr>
              <a:t>Three simulated quantum stages in a RAG pipeline, and experiments built so that each one can be shown to do nothing if that is the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Prabhav Goel  |  Group 165  |  B.Tech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E6E6E"/>
                </a:solidFill>
                <a:latin typeface="Calibri"/>
              </a:rPr>
              <a:t>Amity School of Engineering and Technology  |  October 2026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6291072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scifact/test | 300 queries | config 3c20010b2476 | seed 20260720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WHERE THIS ENDS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result, stated first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7276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28800"/>
            <a:ext cx="32714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8C2F2F"/>
                </a:solidFill>
                <a:latin typeface="Calibri"/>
              </a:rPr>
              <a:t>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32304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Retrieval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9504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1 of 30 significance cells crosses p &lt; 0.05. With 30 comparisons, that is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0138" y="1828800"/>
            <a:ext cx="32714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8C2F2F"/>
                </a:solidFill>
                <a:latin typeface="Calibri"/>
              </a:rPr>
              <a:t>35.2× slower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0138" y="2432304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Wall clock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0138" y="2889504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A statevector simulator cannot beat the routine it simulates. No speed-up is claimed anywhere.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7316" y="1828800"/>
            <a:ext cx="32714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C5F48"/>
                </a:solidFill>
                <a:latin typeface="Calibri"/>
              </a:rPr>
              <a:t>−0.1880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7316" y="2432304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Adversarial context occupancy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7316" y="2889504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The one positive finding: QAOA's redundancy penalty, isolated by an ablation. Narrow, and still not a defence.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4892040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07492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Two of the three headline numbers are negative. They are on the second slide rather than the tenth because a project that hides them until the end is asking to be caught, and because the experiments were designed to produce exactly this answer if it was the true one.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6291072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scifact/test | 300 queries | config 3c20010b2476 | seed 20260720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THE PROBLEM WITH QUANTUM 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central risk: a kernel that cannot reorder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7276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288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A1A1A"/>
                </a:solidFill>
                <a:latin typeface="Calibri"/>
              </a:rPr>
              <a:t>A fidelity kernel over amplitude-encoded vectors, at zero phase, 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95728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1F3A5F"/>
                </a:solidFill>
                <a:latin typeface="Consolas"/>
              </a:rPr>
              <a:t>K(q,d) = |Σ qᵢ dᵢ e^(iθᵢ)|²   →   cos²(q,d)   at θ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108960"/>
            <a:ext cx="103446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cos² is a monotone function of cosine, so it induces the identical ranking. Every document keeps its position.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767328"/>
            <a:ext cx="103446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8C2F2F"/>
                </a:solidFill>
                <a:latin typeface="Calibri"/>
              </a:rPr>
              <a:t>Measured on the untrained global kernel: Kendall τ = 0.9995 against the cosine ranking — it reorders essentially nothing and fails the 0.9950 ceiling set for Gate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673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425696"/>
            <a:ext cx="10344607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A “quantum RAG” whose quantum stage reorders nothing is vacuous, however well the rest of it performs.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256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5029200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521208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A1A1A"/>
                </a:solidFill>
                <a:latin typeface="Calibri"/>
              </a:rPr>
              <a:t>This is reported as a finding, not omitted as an inconvenience. It is also why the project is built around a kernel that breaks the equivalence structurally rather than one that hopes training will fix it.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6291072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scifact/test | 300 queries | config 3c20010b2476 | seed 20260720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Break the equivalence, then pre-register the test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7276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288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The block (projected) fidelity kernel sums fidelities over disjoint blocks — 128 blocks of 8 dimensions: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0428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F3A5F"/>
                </a:solidFill>
                <a:latin typeface="Consolas"/>
              </a:rPr>
              <a:t>K = Σ_g w_g |Σ_{i∈g} qᵢ dᵢ e^(iθᵢ)|²   →   Σ_g S_g²   at θ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61488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E6E6E"/>
                </a:solidFill>
                <a:latin typeface="Calibri"/>
              </a:rPr>
              <a:t>By Cauchy–Schwarz, Σ_g S_g² is not monotone in (Σ_g S_g)² = cos². So it can reorder even before training.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3291840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345643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A5F"/>
                </a:solidFill>
                <a:latin typeface="Calibri"/>
              </a:rPr>
              <a:t>BOTH GATES WERE DEFINED BEFORE TRAINING, NOT AFTER SEEING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499856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C5F48"/>
                </a:solidFill>
                <a:latin typeface="Calibri"/>
              </a:rPr>
              <a:t>τ = 0.4200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9704"/>
            <a:ext cx="499856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Gate A — does it reorder? Ceiling was 0.9950.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46904"/>
            <a:ext cx="499856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Training-free control at θ = 0 already reaches 0.4011, confirming the construction and not the fitted phases is what breaks equivalence.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886200"/>
            <a:ext cx="499856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C5F48"/>
                </a:solidFill>
                <a:latin typeface="Calibri"/>
              </a:rPr>
              <a:t>0.6881 → 0.7034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4489704"/>
            <a:ext cx="499856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Gate B — is the reordering an improvement? Held-out MRR.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4946904"/>
            <a:ext cx="499856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Passes, but thinly: 137 validation pairs and a top-1 change of 0.0146 — about two queries. Not significant, and not presented as such.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6291072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scifact/test | 300 queries | config 3c20010b2476 | seed 20260720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Five stages, each independently switchable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7276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288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Hybrid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BM25 + dense cosine + quantum kernel, per-query min-max normalised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8288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E6E"/>
                </a:solidFill>
                <a:latin typeface="Calibri"/>
              </a:rPr>
              <a:t>baseline is the same fusion, kernel weight moved to cosine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340864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4505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505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block fidelity, 128×8 phases, InfoNCE, analytic gradients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45059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E6E"/>
                </a:solidFill>
                <a:latin typeface="Calibri"/>
              </a:rPr>
              <a:t>trained on 919 pairs; overfits by construction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2962656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0723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Interference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72384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sub-query decomposition with decaying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07238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E6E"/>
                </a:solidFill>
                <a:latin typeface="Calibri"/>
              </a:rPr>
              <a:t>works, small effect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58444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6941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Grover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69417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threshold oracle over a scored shortlist, 6 qubits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694176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E6E"/>
                </a:solidFill>
                <a:latin typeface="Calibri"/>
              </a:rPr>
              <a:t>reported in oracle queries, never wall clock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4206240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315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QAOA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315968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selection QUBO, 12 qubits, p = 2, exact optimum computed alongside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31596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E6E"/>
                </a:solidFill>
                <a:latin typeface="Calibri"/>
              </a:rPr>
              <a:t>913 ms/query — the expensive stage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" y="4828032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4937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Adversarial arm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9377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4 attack families, 400 injected passages, qrels untouched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9377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E6E"/>
                </a:solidFill>
                <a:latin typeface="Calibri"/>
              </a:rPr>
              <a:t>detector's blind spot is measured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" y="5449824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5614416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E6E6E"/>
                </a:solidFill>
                <a:latin typeface="Calibri"/>
              </a:rPr>
              <a:t>Every numpy fast path is cross-checked against qiskit-aer. All circuits are simulated — nothing ran on quantum hardware.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" y="6291072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scifact/test | 300 queries | config 3c20010b2476 | seed 20260720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HOW IT WAS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An experiment designed to be able to fail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7276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1828800"/>
            <a:ext cx="10344607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7 configurations × all 300 SciFact test queries. The baseline is a tuned hybrid, not a strawman: identical fusion with the kernel weight redistributed onto cosine.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78608"/>
            <a:ext cx="10344607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Paired bootstrap, 2,000 resamples, per-query scores retained. Significance means the 95% CI excludes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7860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328416"/>
            <a:ext cx="10344607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Poisoned arm: 400 adversarial passages against 50 target queries. Relevance judgments left unmodified so retrieval metrics stay comparable with the clean arm.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28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078224"/>
            <a:ext cx="10344607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3A5F"/>
                </a:solidFill>
                <a:latin typeface="Calibri"/>
              </a:rPr>
              <a:t>qrag[no-qaoa] exists purely as the control that makes the security hypothesis falsifiable — without it, any drop in adversarial occupancy could be credited to the kernel instead.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7822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828032"/>
            <a:ext cx="10344607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No test asserts a research result. A test like assert mrr &gt; 0.7 turns a measurement into a requirement and creates pressure to tune until it passes.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280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5532120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7150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6E6E"/>
                </a:solidFill>
                <a:latin typeface="Calibri"/>
              </a:rPr>
              <a:t>Reproducible: config 3c20010b2476, seed 20260720, Python 3.13.15, numpy 2.5.4. Same command and seed gives the same numbers.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6291072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scifact/test | 300 queries | config 3c20010b2476 | seed 20260720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RESULT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Retrieval quality: no significant improvement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7276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2880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6E6E"/>
                </a:solidFill>
                <a:latin typeface="Calibri"/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82880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6E6E6E"/>
                </a:solidFill>
                <a:latin typeface="Calibri"/>
              </a:rPr>
              <a:t>recall@10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82880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6E6E6E"/>
                </a:solidFill>
                <a:latin typeface="Calibri"/>
              </a:rPr>
              <a:t>nDCG@10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6E6E6E"/>
                </a:solidFill>
                <a:latin typeface="Calibri"/>
              </a:rPr>
              <a:t>MRR@10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82880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6E6E6E"/>
                </a:solidFill>
                <a:latin typeface="Calibri"/>
              </a:rPr>
              <a:t>Δ nDCG@10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182880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6E6E6E"/>
                </a:solidFill>
                <a:latin typeface="Calibri"/>
              </a:rPr>
              <a:t>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194560"/>
            <a:ext cx="105156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30428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onsolas"/>
              </a:rPr>
              <a:t>classical-baseline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30428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0.8411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30428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0.7152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0428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0.6829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0428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2304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63347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onsolas"/>
              </a:rPr>
              <a:t>qrag[kernel]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633472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0.8371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633472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0.7163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633472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0.6849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633472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+0.0011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63347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0.879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96265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onsolas"/>
              </a:rPr>
              <a:t>qrag[kernel+interf]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962656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0.8489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962656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0.7149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962656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0.6805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962656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-0.0003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296265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0.971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29184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onsolas"/>
              </a:rPr>
              <a:t>qrag[grover]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29184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0.8411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29184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0.7152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29184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0.6829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2918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+0.0000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329184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1.000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62102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onsolas"/>
              </a:rPr>
              <a:t>qrag[qaoa]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621024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0.8411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3621024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0.7136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621024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0.6816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621024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-0.0016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362102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0.081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395020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onsolas"/>
              </a:rPr>
              <a:t>qrag[kernel+qaoa]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395020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0.8371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395020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0.7141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395020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0.6827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95020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-0.0011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395020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0.827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27939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onsolas"/>
              </a:rPr>
              <a:t>qrag[full]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4279392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0.8489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4279392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0.7140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4279392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0.6799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4279392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-0.0012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60" y="4279392"/>
            <a:ext cx="914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0.832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22960" y="4892040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22960" y="5029200"/>
            <a:ext cx="105457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Every nDCG@10 delta lies within ±0.002 of the baseline and none is significant. One cell of 30 reaches p &lt; 0.05 (qrag[kernel] recall@5, +0.0173, p = 0.047) and with 30 comparisons that is what noise looks like — it is not claimed as a finding. The kernel cleared both pre-registered gates on held-out pairs and then did not transfer to the full corpus. That is the result.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22960" y="6291072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scifact/test | 300 queries | config 3c20010b2476 | seed 20260720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RESULT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Quantum accounting: complexity and cost, kept apart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7276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28800"/>
            <a:ext cx="49528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2C5F48"/>
                </a:solidFill>
                <a:latin typeface="Calibri"/>
              </a:rPr>
              <a:t>4.64×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32304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Fewer oracle queries (Grover)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9504"/>
            <a:ext cx="495284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1 query against 4.64 expected for a classical scan over 64 candidates. Success probability 0.9720. A hardware-independent 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1828800"/>
            <a:ext cx="49528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8C2F2F"/>
                </a:solidFill>
                <a:latin typeface="Calibri"/>
              </a:rPr>
              <a:t>8.14×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2432304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More time to simulate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5887" y="2889504"/>
            <a:ext cx="495284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The same subroutine, measured on the clock. Printed in the adjacent column on purpose: the query reduction may never be restated as a speed, a latency or a throughput gain.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404164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418795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A5F"/>
                </a:solidFill>
                <a:latin typeface="Calibri"/>
              </a:rPr>
              <a:t>QAOA, AGAINST AN EXACT BRUTE-FORCE OPTIMUM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32714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Calibri"/>
              </a:rPr>
              <a:t>0.9978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9784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Mean solution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86984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Affine-invariant; 1.0 is the exact optimum over the same exactly-k feasible set. Worst case 0.9514.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4526280"/>
            <a:ext cx="32714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Calibri"/>
              </a:rPr>
              <a:t>78.7%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0138" y="5129784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Queries hitting the exact optimum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0138" y="5586984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360 optimiser calls per query; feasible probability at readout 0.40.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4526280"/>
            <a:ext cx="32714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C2F2F"/>
                </a:solidFill>
                <a:latin typeface="Calibri"/>
              </a:rPr>
              <a:t>913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7316" y="5129784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Per query, simulated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7316" y="5586984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6E6E"/>
                </a:solidFill>
                <a:latin typeface="Calibri"/>
              </a:rPr>
              <a:t>93.3% of pipeline latency — 13.9× the other four stages combined — and it buys no retrieval gain on a clean corpus.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6291072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scifact/test | 300 queries | config 3c20010b2476 | seed 20260720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RESULT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Security: the one positive result, and its limits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7276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78308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E6E6E"/>
                </a:solidFill>
                <a:latin typeface="Calibri"/>
              </a:rPr>
              <a:t>system on the poisoned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8308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6E6E6E"/>
                </a:solidFill>
                <a:latin typeface="Calibri"/>
              </a:rPr>
              <a:t>context occupancy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6E6E6E"/>
                </a:solidFill>
                <a:latin typeface="Calibri"/>
              </a:rPr>
              <a:t>clean-context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83080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6E6E6E"/>
                </a:solidFill>
                <a:latin typeface="Calibri"/>
              </a:rPr>
              <a:t>top-10 hit rate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130552"/>
            <a:ext cx="100584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24028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onsolas"/>
              </a:rPr>
              <a:t>classical-baseline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4028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0.9800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240280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1.0000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51176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onsolas"/>
              </a:rPr>
              <a:t>qrag[no-qaoa]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5117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0.9840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5117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551176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1.0000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6207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onsolas"/>
              </a:rPr>
              <a:t>qrag[full-mmr]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86207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0.9800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62072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0.0000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862072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1.0000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172968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5F48"/>
                </a:solidFill>
                <a:latin typeface="Consolas"/>
              </a:rPr>
              <a:t>qrag[full]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17296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2C5F48"/>
                </a:solidFill>
                <a:latin typeface="Calibri"/>
              </a:rPr>
              <a:t>0.7960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7296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2C5F48"/>
                </a:solidFill>
                <a:latin typeface="Calibri"/>
              </a:rPr>
              <a:t>0.0000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7296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2C5F48"/>
                </a:solidFill>
                <a:latin typeface="Calibri"/>
              </a:rPr>
              <a:t>1.0000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401568"/>
            <a:ext cx="105457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Occupancy falls 0.9840 → 0.7960, a reduction of 0.1880 attributable to the redundancy stage. Greedy MMR remains at 0.9800 and does not reproduce it.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404164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418795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C2F2F"/>
                </a:solidFill>
                <a:latin typeface="Calibri"/>
              </a:rPr>
              <a:t>WHAT THAT NUMBER DOES NOT MEAN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4526280"/>
            <a:ext cx="103446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2F2F"/>
                </a:solidFill>
                <a:latin typeface="Calibri"/>
              </a:rPr>
              <a:t>0.7960 occupancy is still catastrophic. All 50 targeted queries were hit, and the clean-context rate is 0.0000 — not one query received an uncontaminated context.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5262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5093208"/>
            <a:ext cx="103446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2F2F"/>
                </a:solidFill>
                <a:latin typeface="Calibri"/>
              </a:rPr>
              <a:t>The pattern detector catches 100.0% of instruction injection and 0.0% of fluent topical mimicry. The aggregate 25.0% may not be quoted without that second figure.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9320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660136"/>
            <a:ext cx="103446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6E"/>
                </a:solidFill>
                <a:latin typeface="Calibri"/>
              </a:rPr>
              <a:t>The embedding-optimised attack is black-box, so it is strictly weaker than a gradient-based one. Any defence result is against the weaker attack.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6013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2960" y="6291072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scifact/test | 300 queries | config 3c20010b2476 | seed 20260720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A"/>
                </a:solidFill>
                <a:latin typeface="Calibri"/>
              </a:rPr>
              <a:t>What this work supports, and what it does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72768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2880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5F48"/>
                </a:solidFill>
                <a:latin typeface="Calibri"/>
              </a:rPr>
              <a:t>SUPPORTED BY THE MEASUREMENTS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76272"/>
            <a:ext cx="1034460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A block fidelity kernel breaks rank-equivalence with cosine structurally, and the untrained global kernel does not — both demonstrated, not assumed.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688336"/>
            <a:ext cx="1034460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Grover's 4.64× oracle-query reduction on a real retrieval workload, reported separately from its 8.14× simulation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8833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200400"/>
            <a:ext cx="1034460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QAOA's redundancy penalty reduces adversarial context occupancy by 0.1880 on one corpus at one attack budget, isolated by an ablation.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749040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877056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C2F2F"/>
                </a:solidFill>
                <a:latin typeface="Calibri"/>
              </a:rPr>
              <a:t>CLAIMS THIS PROJECT MAY NOT MAKE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224528"/>
            <a:ext cx="103446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C2F2F"/>
                </a:solidFill>
                <a:latin typeface="Calibri"/>
              </a:rPr>
              <a:t>No speed-up. The pipeline is 35.2× slower than its own baseline. Not “faster”, not “efficient”.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245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681728"/>
            <a:ext cx="103446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C2F2F"/>
                </a:solidFill>
                <a:latin typeface="Calibri"/>
              </a:rPr>
              <a:t>No retrieval improvement. No system beats the baseline on nDCG@10 with a CI excluding zero.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817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138928"/>
            <a:ext cx="1034460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C2F2F"/>
                </a:solidFill>
                <a:latin typeface="Calibri"/>
              </a:rPr>
              <a:t>No hardware claim, and no generalisation beyond one corpus and one attack budget.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3892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E6E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Calibri"/>
              </a:rPr>
              <a:t>80 tests pass; security audit reports 16 passed, 0 failed, 0 warned, 8 not applicable. Every figure in this deck is generated from results/*.json at build time.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6291072"/>
            <a:ext cx="10545775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scifact/test | 300 queries | config 3c20010b2476 | seed 20260720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